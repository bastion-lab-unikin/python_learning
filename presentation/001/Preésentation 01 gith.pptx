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A03D9-91AC-AD09-73D5-B27C50A3D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40D7E-2387-BE44-8C1B-3DE176D27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44EE7-8D1C-9198-8853-04DDC2DD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6511-AE68-4297-91F1-52C9BA8D8FE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52FB4-C934-B4F6-C972-DCD5434C7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138D4-868F-FC23-0531-BF604C374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CBBB9-C632-4808-8992-134B01309E1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86234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024AB-73A5-282C-0808-08978DA73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D6115-C468-E8F6-584B-C58E776FF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952B2-94E7-3B07-223A-7B11B3350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6511-AE68-4297-91F1-52C9BA8D8FE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1946D-B475-2EED-53DC-3FA3E4508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6355-4687-D696-18E6-3E44224E9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CBBB9-C632-4808-8992-134B01309E1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98645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21C37-BD75-75A9-91CE-15F27AA38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DF271-E938-CF79-7CC8-D6B124AC9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D89A4-D3E7-48BA-905F-B3292E05B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6511-AE68-4297-91F1-52C9BA8D8FE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66137-E820-1ACF-9904-4662097C5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141B-7507-8F82-8B97-5EFA6D808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CBBB9-C632-4808-8992-134B01309E1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10755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9F390-D01A-5E6D-93A2-3ED20425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EC638-ADCB-F0F8-5900-1E39B6C3C1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60B44-3FC2-5B3B-8540-424572FC7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19936-127F-1062-D062-DC0F417E6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6511-AE68-4297-91F1-52C9BA8D8FE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B26A0-8E28-B2A7-1EBC-0010A42DA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31BE4-03FE-BF43-8FCD-7DDDCB613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CBBB9-C632-4808-8992-134B01309E1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11331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1477C-7C57-04A7-5F3D-CEE1C77D1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A1095-4EDE-D967-3687-ADEF3D347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3BCEE-540E-FBA3-07C8-B9115C25A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4FDC33-2EE8-A8CF-2F42-BA0541997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B3738D-CA47-923F-22E2-3905820CD3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0C1160-19E1-DB59-ACEC-7BB94290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6511-AE68-4297-91F1-52C9BA8D8FE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9D4780-DC74-C861-D6A2-24C94BCC0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94FA25-704F-CB1F-EA24-F8DC7502A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CBBB9-C632-4808-8992-134B01309E1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41763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C6735-F9DC-C997-4949-00BCA734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E80053-D652-0297-4FD0-56087E9C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6511-AE68-4297-91F1-52C9BA8D8FE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8D3618-99F0-3DC0-F977-9C692DF5F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6586D-6A1E-2524-5848-85C7C1819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CBBB9-C632-4808-8992-134B01309E1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82498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853385-5C11-8CC1-8B04-4E4135C02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6511-AE68-4297-91F1-52C9BA8D8FE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7419BC-AFF1-05A5-7096-16BA81BB0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BBE51-7BCE-55FB-6FB2-D73409981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CBBB9-C632-4808-8992-134B01309E1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18057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74CD5-F88B-143B-6A23-6374EB5F6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CA6DD-18E1-3601-A4E8-B7C440430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148DF9-0DD8-05B9-6BD9-0B10BC3D8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658FC-599A-99DF-2D07-87614CD39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6511-AE68-4297-91F1-52C9BA8D8FE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6D123-9D60-C7F7-3F31-4F322CF5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20469-6D2D-9D21-1077-B8A918F5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CBBB9-C632-4808-8992-134B01309E1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22010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C5653-E880-6164-C08D-6EB5973DE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6DAFF0-FB42-0C3B-98BF-FEA4AFD184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58269-5D73-58E3-3644-7C56278A8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74E97-9356-D956-35BA-5C0451610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6511-AE68-4297-91F1-52C9BA8D8FE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04BB9-6C6B-5A00-5FFD-D17FAFFD2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3EDD9-B63E-01D7-A44F-E0D7E47B8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CBBB9-C632-4808-8992-134B01309E1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0573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DBBB5-6283-53D5-13A8-17501B840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6A87D-B0AF-DC80-58D4-AD67E7D10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BC93B-9497-976F-468D-7F27CE4D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6511-AE68-4297-91F1-52C9BA8D8FE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BC4BA-6DDA-E96C-0726-5C5A1CF7F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6082B-099F-F5FB-A05E-8017C8AFF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CBBB9-C632-4808-8992-134B01309E1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4398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AD5E6C-6525-6DB4-5CC1-2137384EFD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2C954-EBBE-2695-9C3C-DFB73CCDE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2DC15-719D-782F-809A-F8EE46544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96511-AE68-4297-91F1-52C9BA8D8FE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49CFC-40B0-E598-A066-BDD89B3F5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EF9CF-A9DF-B8B2-7923-35AF280E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CBBB9-C632-4808-8992-134B01309E1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13325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9F8713-C12B-4089-E64B-745E2FE4A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1214-F58B-2554-667A-095B2D12B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A8339-9490-09FF-C3DC-ABF15659A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96511-AE68-4297-91F1-52C9BA8D8FE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8B139-BE16-626B-301F-4585328EDB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3F125-E046-FA5B-86B1-0174906561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CBBB9-C632-4808-8992-134B01309E1A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4536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693225-AE46-718C-AB42-E57F7AA8AF4E}"/>
              </a:ext>
            </a:extLst>
          </p:cNvPr>
          <p:cNvSpPr txBox="1"/>
          <p:nvPr/>
        </p:nvSpPr>
        <p:spPr>
          <a:xfrm>
            <a:off x="3047223" y="230546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BE" sz="24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PARTIE 1 : Introduction à Git &amp; GitHub</a:t>
            </a:r>
            <a:endParaRPr lang="fr-BE" sz="2400" dirty="0"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32628F-3D5A-F948-79F6-45059BDD2521}"/>
              </a:ext>
            </a:extLst>
          </p:cNvPr>
          <p:cNvSpPr txBox="1"/>
          <p:nvPr/>
        </p:nvSpPr>
        <p:spPr>
          <a:xfrm>
            <a:off x="658586" y="1413411"/>
            <a:ext cx="6097554" cy="295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BE" sz="2400" b="1" dirty="0">
                <a:solidFill>
                  <a:srgbClr val="FF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 &amp; GitHub : Vue d’ensemble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BE" sz="20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2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</a:t>
            </a:r>
            <a:r>
              <a:rPr lang="fr-BE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système de gestion de versions distribué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2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GitHub</a:t>
            </a:r>
            <a:r>
              <a:rPr lang="fr-BE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plateforme en ligne basée sur Git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Utilisé pour héberger, partager et collaborer sur du code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Indispensable en développement moderne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4AE367-5393-F28F-25BF-8425A5B44FE0}"/>
              </a:ext>
            </a:extLst>
          </p:cNvPr>
          <p:cNvSpPr/>
          <p:nvPr/>
        </p:nvSpPr>
        <p:spPr>
          <a:xfrm>
            <a:off x="821094" y="1884784"/>
            <a:ext cx="1828800" cy="102636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CC40A7-8F58-1499-77B0-508F787D98A4}"/>
              </a:ext>
            </a:extLst>
          </p:cNvPr>
          <p:cNvSpPr/>
          <p:nvPr/>
        </p:nvSpPr>
        <p:spPr>
          <a:xfrm>
            <a:off x="1218423" y="1884784"/>
            <a:ext cx="1828800" cy="102636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E72A99-1EE8-B5A7-0B3E-F47CC89B5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118" y="210667"/>
            <a:ext cx="1071563" cy="107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10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599E1-A43B-DA3A-21BC-8F754D396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514181-816A-FC0C-56F7-D66911C297F7}"/>
              </a:ext>
            </a:extLst>
          </p:cNvPr>
          <p:cNvSpPr txBox="1"/>
          <p:nvPr/>
        </p:nvSpPr>
        <p:spPr>
          <a:xfrm>
            <a:off x="958721" y="627531"/>
            <a:ext cx="6097554" cy="411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BE" sz="2800" b="1" dirty="0">
                <a:solidFill>
                  <a:schemeClr val="accent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Qu’est-ce que Git ?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BE" sz="28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Outil de </a:t>
            </a:r>
            <a:r>
              <a:rPr lang="fr-BE" sz="2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versioning</a:t>
            </a:r>
            <a:r>
              <a:rPr lang="fr-BE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créé par Linus </a:t>
            </a:r>
            <a:r>
              <a:rPr lang="fr-BE" sz="2000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Torvalds</a:t>
            </a:r>
            <a:endParaRPr lang="fr-BE" sz="20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Permet de :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fr-BE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Sauvegarder l’historique du projet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fr-BE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Revenir à une version précédente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fr-BE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Travailler hors ligne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endParaRPr lang="fr-BE" sz="20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BE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Fonctionne par </a:t>
            </a:r>
            <a:r>
              <a:rPr lang="fr-BE" sz="20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commits</a:t>
            </a:r>
            <a:endParaRPr lang="fr-BE" sz="3600" dirty="0"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FB5EE4-05D7-8593-1664-3C038AFC396F}"/>
              </a:ext>
            </a:extLst>
          </p:cNvPr>
          <p:cNvSpPr/>
          <p:nvPr/>
        </p:nvSpPr>
        <p:spPr>
          <a:xfrm>
            <a:off x="1082351" y="1082351"/>
            <a:ext cx="1828800" cy="10263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5F2407-6688-7A9F-E408-59FC8B8D5726}"/>
              </a:ext>
            </a:extLst>
          </p:cNvPr>
          <p:cNvSpPr/>
          <p:nvPr/>
        </p:nvSpPr>
        <p:spPr>
          <a:xfrm>
            <a:off x="1479680" y="1082351"/>
            <a:ext cx="1828800" cy="102636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261B26-3036-3889-28B2-33D820285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118" y="210667"/>
            <a:ext cx="1071563" cy="1071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9F25C1-758D-74F7-8215-B169986C9C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6" r="60909"/>
          <a:stretch>
            <a:fillRect/>
          </a:stretch>
        </p:blipFill>
        <p:spPr>
          <a:xfrm>
            <a:off x="6692090" y="1959428"/>
            <a:ext cx="4195595" cy="260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13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CF0F6-1EA0-CB70-2531-7056D1D85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2988A84-CB10-04A1-5F41-CD63FA727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267" y="2360645"/>
            <a:ext cx="4065481" cy="22766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CB9F99-7F50-6992-8769-8C3905AC07F4}"/>
              </a:ext>
            </a:extLst>
          </p:cNvPr>
          <p:cNvSpPr txBox="1"/>
          <p:nvPr/>
        </p:nvSpPr>
        <p:spPr>
          <a:xfrm>
            <a:off x="1024035" y="998832"/>
            <a:ext cx="6097554" cy="3562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BE" sz="2400" b="1" dirty="0">
                <a:solidFill>
                  <a:srgbClr val="FF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Qu’est-ce que GitHub ?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BE" sz="2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Plateforme web qui </a:t>
            </a:r>
            <a:r>
              <a:rPr lang="fr-BE" sz="2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héberge des dépôts Git</a:t>
            </a:r>
            <a:endParaRPr lang="fr-BE" sz="20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 des fonctionnalités collaboratives :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fr-BE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Interface graphique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fr-BE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Suivi des modifications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fr-BE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Partage public ou privé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2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 ≠ GitHub (GitHub utilise Git)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CB1A51-BBB7-E320-6A90-A60DD1B902B2}"/>
              </a:ext>
            </a:extLst>
          </p:cNvPr>
          <p:cNvSpPr/>
          <p:nvPr/>
        </p:nvSpPr>
        <p:spPr>
          <a:xfrm>
            <a:off x="1129004" y="1464906"/>
            <a:ext cx="1828800" cy="102636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522AB2-8C53-62C1-8164-10AAB2FBE381}"/>
              </a:ext>
            </a:extLst>
          </p:cNvPr>
          <p:cNvSpPr/>
          <p:nvPr/>
        </p:nvSpPr>
        <p:spPr>
          <a:xfrm>
            <a:off x="1526333" y="1464906"/>
            <a:ext cx="1828800" cy="102636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42D4DC-DD17-379D-3F6E-9C412FA9F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118" y="210667"/>
            <a:ext cx="1071563" cy="107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897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7A5D6-1977-7C0B-043C-32178C6A0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4A6CA1-8550-1BF5-5456-C0F3B9211A55}"/>
              </a:ext>
            </a:extLst>
          </p:cNvPr>
          <p:cNvSpPr txBox="1"/>
          <p:nvPr/>
        </p:nvSpPr>
        <p:spPr>
          <a:xfrm>
            <a:off x="1040363" y="1044156"/>
            <a:ext cx="7056275" cy="3754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BE" sz="2400" b="1" dirty="0">
                <a:solidFill>
                  <a:srgbClr val="FF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Pourquoi Git &amp; GitHub sont indispensables ?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BE" sz="2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Versioning</a:t>
            </a:r>
            <a:endParaRPr lang="fr-BE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Traçabilité des changements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Sécurité du code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BE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Collaboration</a:t>
            </a:r>
            <a:endParaRPr lang="fr-BE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Travail simultané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Réduction des conflits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fr-BE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Productivité accrue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C8788-5E46-176B-DE01-09F7842F82DE}"/>
              </a:ext>
            </a:extLst>
          </p:cNvPr>
          <p:cNvSpPr/>
          <p:nvPr/>
        </p:nvSpPr>
        <p:spPr>
          <a:xfrm>
            <a:off x="337457" y="135976"/>
            <a:ext cx="550506" cy="41054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1F0012-B186-EDFB-AE2D-3DCD4D8DD5A5}"/>
              </a:ext>
            </a:extLst>
          </p:cNvPr>
          <p:cNvSpPr/>
          <p:nvPr/>
        </p:nvSpPr>
        <p:spPr>
          <a:xfrm>
            <a:off x="489857" y="288376"/>
            <a:ext cx="550506" cy="41054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7E6986-4B45-86E9-CD3C-6C667F147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118" y="210667"/>
            <a:ext cx="1071563" cy="1071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5FD27F-3317-D940-5AF8-BE917E7A0A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84" y="5270919"/>
            <a:ext cx="421957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715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97C23-5AB4-0470-6439-ED6B9B306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5D5F94-86E2-0953-23AF-8667E10A8193}"/>
              </a:ext>
            </a:extLst>
          </p:cNvPr>
          <p:cNvSpPr txBox="1"/>
          <p:nvPr/>
        </p:nvSpPr>
        <p:spPr>
          <a:xfrm>
            <a:off x="977382" y="1566235"/>
            <a:ext cx="6097554" cy="2492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BE" sz="2400" b="1" dirty="0">
                <a:solidFill>
                  <a:schemeClr val="accent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Collaboration avec GitHub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BE" sz="20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Branches</a:t>
            </a:r>
            <a:r>
              <a:rPr lang="fr-B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développement parallèle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Pull </a:t>
            </a:r>
            <a:r>
              <a:rPr lang="fr-BE" sz="18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Requests</a:t>
            </a:r>
            <a:r>
              <a:rPr lang="fr-B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validation du code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Issues</a:t>
            </a:r>
            <a:r>
              <a:rPr lang="fr-B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suivi des bugs et tâches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Utilisé en entreprise, open-source et recherche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3CFB97-4881-7273-3E44-C89C4CC701E6}"/>
              </a:ext>
            </a:extLst>
          </p:cNvPr>
          <p:cNvSpPr/>
          <p:nvPr/>
        </p:nvSpPr>
        <p:spPr>
          <a:xfrm>
            <a:off x="653143" y="335902"/>
            <a:ext cx="550506" cy="41054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590776-22C6-4662-9A7F-FA9800A4FBE5}"/>
              </a:ext>
            </a:extLst>
          </p:cNvPr>
          <p:cNvSpPr/>
          <p:nvPr/>
        </p:nvSpPr>
        <p:spPr>
          <a:xfrm>
            <a:off x="805543" y="488302"/>
            <a:ext cx="550506" cy="4105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803AC5-8B49-752C-1360-11D8D5DEC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118" y="210667"/>
            <a:ext cx="1071563" cy="1071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351B06-7958-E254-049B-A2B31AD696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796" y="4836173"/>
            <a:ext cx="421957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594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156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Century Gothic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muyayaetienne049@outlook.fr</dc:creator>
  <cp:lastModifiedBy>muyayaetienne049@outlook.fr</cp:lastModifiedBy>
  <cp:revision>2</cp:revision>
  <dcterms:created xsi:type="dcterms:W3CDTF">2026-02-04T15:17:23Z</dcterms:created>
  <dcterms:modified xsi:type="dcterms:W3CDTF">2026-02-04T15:34:31Z</dcterms:modified>
</cp:coreProperties>
</file>