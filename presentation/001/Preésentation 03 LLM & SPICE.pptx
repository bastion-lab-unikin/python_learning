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84852-CF37-1940-6912-48ED9E1C23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9119C1-DE6D-ED05-6CE6-28F13A6FEE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CF842-B01A-04DD-1662-C728329D0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B1C9F-B0EF-483F-8C35-14C43B868F90}" type="datetimeFigureOut">
              <a:rPr lang="fr-BE" smtClean="0"/>
              <a:t>04-02-26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378E0-0C1A-A598-C44E-D3B813EB2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AACA0-6BAB-7E2A-941E-13CABD476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BACDA-6EF1-456F-8764-875944AB1FE5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69641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8EAC3-11FA-6500-F99C-75AC756D5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CE856-7DB0-5371-47B6-F26412C9A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129D2-781A-1CA3-AA51-58FAA73FB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B1C9F-B0EF-483F-8C35-14C43B868F90}" type="datetimeFigureOut">
              <a:rPr lang="fr-BE" smtClean="0"/>
              <a:t>04-02-26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ED31C1-6D1E-6AF5-62CE-0D1800C2E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9F057-3D54-CDAB-528B-CA095F8C9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BACDA-6EF1-456F-8764-875944AB1FE5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14809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2C020-ECA1-2822-CE6D-32D5BD626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CEAD40-A57D-97F1-C8D4-78A5D9509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10F35-A606-2CE5-2D5A-1DCACF7C9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B1C9F-B0EF-483F-8C35-14C43B868F90}" type="datetimeFigureOut">
              <a:rPr lang="fr-BE" smtClean="0"/>
              <a:t>04-02-26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FF1CD-E477-12E8-6AE4-9862D732A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7BC2B-0C75-C2E3-9355-5E9F75510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BACDA-6EF1-456F-8764-875944AB1FE5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47820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38E94-DF0B-8FC5-9755-E999BC48D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271B8-B485-4493-87ED-DED6DF5172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CAAC13-8BC5-AD60-78ED-E08E4318F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BEB501-56CD-2862-E988-EADECB91C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B1C9F-B0EF-483F-8C35-14C43B868F90}" type="datetimeFigureOut">
              <a:rPr lang="fr-BE" smtClean="0"/>
              <a:t>04-02-26</a:t>
            </a:fld>
            <a:endParaRPr lang="fr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E99F41-85D8-A612-4F91-79B791020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293F87-9555-B448-871D-788D2D543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BACDA-6EF1-456F-8764-875944AB1FE5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92073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2E5D3-8EC3-8EA5-4C3A-8891AAADF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D7614E-5676-F1F7-3CBB-27AA926B2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84B75D-2727-E6CB-B6A1-60FC295D4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626C1A-11BC-86C2-3CB2-A8B7214FDF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B28CE7-2B87-CA2F-81BD-733203E3B2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120CE5-2EF5-8EE5-B9F5-90E470DA9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B1C9F-B0EF-483F-8C35-14C43B868F90}" type="datetimeFigureOut">
              <a:rPr lang="fr-BE" smtClean="0"/>
              <a:t>04-02-26</a:t>
            </a:fld>
            <a:endParaRPr lang="fr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FB1A5-646F-BFCF-ADC0-BABD81A37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E337FE-5F64-E5F8-0EAD-5E750F8F0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BACDA-6EF1-456F-8764-875944AB1FE5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72743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FFFFC-0D07-B485-CFBE-C7A0EB890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6929F7-F428-080E-4158-FA8937B05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B1C9F-B0EF-483F-8C35-14C43B868F90}" type="datetimeFigureOut">
              <a:rPr lang="fr-BE" smtClean="0"/>
              <a:t>04-02-26</a:t>
            </a:fld>
            <a:endParaRPr lang="fr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F2C4DC-0749-1200-B51B-BDA01BB84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CD5EE8-4D85-6F71-62C6-3DC4F3297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BACDA-6EF1-456F-8764-875944AB1FE5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59246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AC0E60-67D0-0507-2AEF-CA7731E3B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B1C9F-B0EF-483F-8C35-14C43B868F90}" type="datetimeFigureOut">
              <a:rPr lang="fr-BE" smtClean="0"/>
              <a:t>04-02-26</a:t>
            </a:fld>
            <a:endParaRPr lang="fr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0E694E-427A-5BDB-8FEC-E9E07262F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84A287-2C20-28B6-CDCF-54468310D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BACDA-6EF1-456F-8764-875944AB1FE5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06970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5CCE6-4465-6476-2AF2-88888047E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A499D-6C87-8EA4-26B0-5236EEC11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4AC1FD-40F6-A8A5-DD5A-0535AEEC0A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FB16C-CA65-896C-8A2F-097DE0C6A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B1C9F-B0EF-483F-8C35-14C43B868F90}" type="datetimeFigureOut">
              <a:rPr lang="fr-BE" smtClean="0"/>
              <a:t>04-02-26</a:t>
            </a:fld>
            <a:endParaRPr lang="fr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980F1C-850C-B49F-EC16-4B38E23FC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CE781F-C00D-0854-7EBD-5EAF65911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BACDA-6EF1-456F-8764-875944AB1FE5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12444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1EDD6-C435-A138-8DD5-032AA5D67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26B0C9-7FE9-0845-5774-B7471BDB75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317DFF-AC4E-004E-3F7A-A8E4645D0D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E423E4-F11B-AC87-1C75-B0F0B388A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B1C9F-B0EF-483F-8C35-14C43B868F90}" type="datetimeFigureOut">
              <a:rPr lang="fr-BE" smtClean="0"/>
              <a:t>04-02-26</a:t>
            </a:fld>
            <a:endParaRPr lang="fr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9AD3DC-3C3A-52C8-BB34-B9CC7E2D0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C335B1-8349-898E-8F89-EAFFE4191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BACDA-6EF1-456F-8764-875944AB1FE5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89916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B7BB2-2786-9680-E3E1-E30187CC7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F46A8-D04E-02BD-86C5-3506382764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C021E-26EF-19C3-C80C-71EE6C442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B1C9F-B0EF-483F-8C35-14C43B868F90}" type="datetimeFigureOut">
              <a:rPr lang="fr-BE" smtClean="0"/>
              <a:t>04-02-26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45B4B-79AE-3967-FA42-09C09E907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4493A-1CB8-B89B-2468-42DC7E1BD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BACDA-6EF1-456F-8764-875944AB1FE5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66759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CDC9D0-2599-9EF3-E92D-6D1BA87EFD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C50ED4-59F9-94DC-0251-533CC7C86F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205CD-FC14-2EB8-7822-57BDABEB2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B1C9F-B0EF-483F-8C35-14C43B868F90}" type="datetimeFigureOut">
              <a:rPr lang="fr-BE" smtClean="0"/>
              <a:t>04-02-26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1036C-CDB9-BCEF-D71B-83BAC6CCE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2A3B3-CE12-83E0-3A78-0C6AAA644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BACDA-6EF1-456F-8764-875944AB1FE5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56121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2A391B-9AE8-D88F-D0F8-36000E5BB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1FC348-D076-B954-B1E4-605EB2FC2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D4CA1E-6C40-E654-1671-EE21A9A4C4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BB1C9F-B0EF-483F-8C35-14C43B868F90}" type="datetimeFigureOut">
              <a:rPr lang="fr-BE" smtClean="0"/>
              <a:t>04-02-26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E26F0-8E39-C061-FBB4-EABCF6B096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2746C-4BC5-806E-507C-F95EE1CDA2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5BACDA-6EF1-456F-8764-875944AB1FE5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5090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ebp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ebp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ebp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FA0544-01EC-CFB9-4450-4276A3B26806}"/>
              </a:ext>
            </a:extLst>
          </p:cNvPr>
          <p:cNvSpPr txBox="1"/>
          <p:nvPr/>
        </p:nvSpPr>
        <p:spPr>
          <a:xfrm>
            <a:off x="566835" y="249208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BE" sz="28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PARTIE 3 : SPICE &amp; LLM</a:t>
            </a:r>
            <a:endParaRPr lang="fr-BE" sz="2800" dirty="0">
              <a:latin typeface="Century Gothic" panose="020B0502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127C20-7E1A-CB74-04B5-672D7FDBC624}"/>
              </a:ext>
            </a:extLst>
          </p:cNvPr>
          <p:cNvSpPr txBox="1"/>
          <p:nvPr/>
        </p:nvSpPr>
        <p:spPr>
          <a:xfrm>
            <a:off x="566835" y="1989647"/>
            <a:ext cx="6097554" cy="2192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BE" sz="32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Outils modernes </a:t>
            </a:r>
            <a:r>
              <a:rPr lang="fr-BE" sz="3200" b="1" dirty="0">
                <a:solidFill>
                  <a:srgbClr val="FF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 ingénierie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fr-BE" sz="18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fr-BE" sz="18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Simulation et intelligence artificielle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fr-BE" sz="18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Réduction des coûts et erreurs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fr-BE" sz="18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Accélération du développement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B284AFB-1858-148B-36EE-DA43F7164F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8641" y="0"/>
            <a:ext cx="5163359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CE15E06-D7D5-4AB7-6FBF-489BBC0BFED2}"/>
              </a:ext>
            </a:extLst>
          </p:cNvPr>
          <p:cNvSpPr/>
          <p:nvPr/>
        </p:nvSpPr>
        <p:spPr>
          <a:xfrm>
            <a:off x="7028641" y="0"/>
            <a:ext cx="5231783" cy="6858000"/>
          </a:xfrm>
          <a:prstGeom prst="rect">
            <a:avLst/>
          </a:prstGeom>
          <a:solidFill>
            <a:srgbClr val="002060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10883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05034-ACB3-39EB-3D63-555C454F7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742A7C-17D6-835F-8374-D583DC098BF1}"/>
              </a:ext>
            </a:extLst>
          </p:cNvPr>
          <p:cNvSpPr txBox="1"/>
          <p:nvPr/>
        </p:nvSpPr>
        <p:spPr>
          <a:xfrm>
            <a:off x="837423" y="931610"/>
            <a:ext cx="4760944" cy="5277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BE" sz="32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Qu’est-ce </a:t>
            </a:r>
            <a:r>
              <a:rPr lang="fr-BE" sz="3200" b="1" dirty="0">
                <a:solidFill>
                  <a:schemeClr val="accent2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 SPICE ?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fr-BE" sz="24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SPICE</a:t>
            </a:r>
            <a:r>
              <a:rPr lang="en-US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 </a:t>
            </a:r>
            <a:r>
              <a:rPr lang="en-US" i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Simulation Program with Integrated Circuit Emphasis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endParaRPr lang="fr-BE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fr-BE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Logiciel de simulation électronique qui Analyse 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endParaRPr lang="fr-BE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fr-BE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Tension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fr-BE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Courant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fr-BE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Fréquence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fr-BE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Utilisé avant fabrication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D32ADA-40A7-93C1-C51D-7AA83CD7DD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1959" y="2127379"/>
            <a:ext cx="6320752" cy="3553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167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BDC61-41B2-0864-3906-65C247199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F6F7DC-5840-71AC-507E-901BFE53CD87}"/>
              </a:ext>
            </a:extLst>
          </p:cNvPr>
          <p:cNvSpPr txBox="1"/>
          <p:nvPr/>
        </p:nvSpPr>
        <p:spPr>
          <a:xfrm>
            <a:off x="958720" y="1500922"/>
            <a:ext cx="6097554" cy="2591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BE" sz="3200" b="1" dirty="0">
                <a:solidFill>
                  <a:schemeClr val="accent2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Rôle</a:t>
            </a:r>
            <a:r>
              <a:rPr lang="fr-BE" sz="32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</a:t>
            </a:r>
            <a:r>
              <a:rPr lang="fr-BE" sz="3200" b="1" dirty="0">
                <a:solidFill>
                  <a:schemeClr val="accent2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SPIC</a:t>
            </a:r>
            <a:r>
              <a:rPr lang="fr-BE" sz="32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endParaRPr lang="fr-BE" sz="18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fr-BE" sz="18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Tester un circuit sans le construire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fr-BE" sz="18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Détecter les erreurs de conception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fr-BE" sz="18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Optimiser les performances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fr-BE" sz="18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Très utilisé en industrie et recherche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813DCB-F50D-D525-5F79-6AF6FF8A79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88" y="989045"/>
            <a:ext cx="12195888" cy="4878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250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89E25-FBAC-E131-CD95-768FC2BBE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60ADC3-721D-F9F4-1748-D11C3D6328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3610" y="2847821"/>
            <a:ext cx="4441664" cy="29557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D6028F-89B1-47D5-46F5-88CE8365B194}"/>
              </a:ext>
            </a:extLst>
          </p:cNvPr>
          <p:cNvSpPr txBox="1"/>
          <p:nvPr/>
        </p:nvSpPr>
        <p:spPr>
          <a:xfrm>
            <a:off x="1509227" y="1054454"/>
            <a:ext cx="6097554" cy="5116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BE" sz="3200" b="1" dirty="0">
                <a:solidFill>
                  <a:schemeClr val="accent5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Qu’est-ce</a:t>
            </a:r>
            <a:r>
              <a:rPr lang="fr-BE" sz="32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qu’un </a:t>
            </a:r>
            <a:r>
              <a:rPr lang="fr-BE" sz="3200" b="1" dirty="0">
                <a:solidFill>
                  <a:srgbClr val="FF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LLM</a:t>
            </a:r>
            <a:r>
              <a:rPr lang="fr-BE" sz="32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?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fr-BE" sz="3200" b="1" u="sng" dirty="0">
              <a:solidFill>
                <a:schemeClr val="accent2"/>
              </a:solidFill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b="1" u="sng" dirty="0">
                <a:solidFill>
                  <a:schemeClr val="accent2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LLM </a:t>
            </a:r>
            <a:r>
              <a:rPr lang="fr-BE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fr-BE" i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Large </a:t>
            </a:r>
            <a:r>
              <a:rPr lang="fr-BE" i="1" dirty="0" err="1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Language</a:t>
            </a:r>
            <a:r>
              <a:rPr lang="fr-BE" i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Model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Modèle d’IA entraîné sur de grands volumes de texte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Capable de :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fr-BE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Comprendre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fr-BE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Générer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endParaRPr lang="fr-BE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BE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Expliquer du contenu technique</a:t>
            </a:r>
            <a:endParaRPr lang="fr-BE" sz="32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2983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BE5C5-A69C-1132-BB9F-AABED43A8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012D17-9FA2-0889-A3B8-594A52E1EF8E}"/>
              </a:ext>
            </a:extLst>
          </p:cNvPr>
          <p:cNvSpPr txBox="1"/>
          <p:nvPr/>
        </p:nvSpPr>
        <p:spPr>
          <a:xfrm>
            <a:off x="790770" y="1889054"/>
            <a:ext cx="6097554" cy="3220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BE" sz="32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Lien entre</a:t>
            </a:r>
            <a:r>
              <a:rPr lang="fr-BE" sz="3200" b="1" dirty="0">
                <a:solidFill>
                  <a:srgbClr val="FF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LLM </a:t>
            </a:r>
            <a:r>
              <a:rPr lang="fr-BE" sz="32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 </a:t>
            </a:r>
            <a:r>
              <a:rPr lang="fr-BE" sz="3200" b="1" dirty="0">
                <a:solidFill>
                  <a:schemeClr val="accent2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électronique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fr-BE" sz="3200" dirty="0">
              <a:solidFill>
                <a:schemeClr val="accent2"/>
              </a:solidFill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Aide à 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fr-BE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Lire et comprendre la documentation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fr-BE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Analyser du code (VHDL, </a:t>
            </a:r>
            <a:r>
              <a:rPr lang="fr-BE" dirty="0" err="1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Verilog</a:t>
            </a:r>
            <a:r>
              <a:rPr lang="fr-BE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Python…)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fr-BE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Assister la conception de circuits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F17F0F1-4C48-5AAB-69FE-47AC4E4B58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104" y="671544"/>
            <a:ext cx="11029821" cy="551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15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125</Words>
  <Application>Microsoft Office PowerPoint</Application>
  <PresentationFormat>Widescreen</PresentationFormat>
  <Paragraphs>41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Calibri</vt:lpstr>
      <vt:lpstr>Calibri Light</vt:lpstr>
      <vt:lpstr>Century Gothic</vt:lpstr>
      <vt:lpstr>Courier New</vt:lpstr>
      <vt:lpstr>Symbol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muyayaetienne049@outlook.fr</dc:creator>
  <cp:lastModifiedBy>muyayaetienne049@outlook.fr</cp:lastModifiedBy>
  <cp:revision>1</cp:revision>
  <dcterms:created xsi:type="dcterms:W3CDTF">2026-02-04T22:13:29Z</dcterms:created>
  <dcterms:modified xsi:type="dcterms:W3CDTF">2026-02-04T22:26:54Z</dcterms:modified>
</cp:coreProperties>
</file>